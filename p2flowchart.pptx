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81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730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899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87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6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878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274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566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046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732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324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8789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976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2475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020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1332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099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88FECD6-1AAF-44F3-A0C3-FDFA92481E38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84FF4-FF72-4C59-AA69-EEDB185610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1100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134677" y="291547"/>
            <a:ext cx="3564835" cy="8878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spc="300" dirty="0" smtClean="0"/>
              <a:t>START</a:t>
            </a:r>
            <a:endParaRPr lang="en-IN" sz="2400" b="1" spc="300" dirty="0"/>
          </a:p>
        </p:txBody>
      </p:sp>
      <p:sp>
        <p:nvSpPr>
          <p:cNvPr id="5" name="Down Arrow 4"/>
          <p:cNvSpPr/>
          <p:nvPr/>
        </p:nvSpPr>
        <p:spPr>
          <a:xfrm>
            <a:off x="5756410" y="1179443"/>
            <a:ext cx="321368" cy="53008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4134677" y="5844207"/>
            <a:ext cx="3564835" cy="8878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spc="300" dirty="0" smtClean="0"/>
              <a:t>STOP</a:t>
            </a:r>
            <a:endParaRPr lang="en-IN" sz="2400" b="1" spc="300" dirty="0"/>
          </a:p>
        </p:txBody>
      </p:sp>
      <p:sp>
        <p:nvSpPr>
          <p:cNvPr id="7" name="Down Arrow 6"/>
          <p:cNvSpPr/>
          <p:nvPr/>
        </p:nvSpPr>
        <p:spPr>
          <a:xfrm>
            <a:off x="5756410" y="5327374"/>
            <a:ext cx="321368" cy="53008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Parallelogram 7"/>
          <p:cNvSpPr/>
          <p:nvPr/>
        </p:nvSpPr>
        <p:spPr>
          <a:xfrm>
            <a:off x="3428997" y="4432854"/>
            <a:ext cx="4797287" cy="861392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mtClean="0"/>
              <a:t>Print SI</a:t>
            </a:r>
            <a:endParaRPr lang="en-IN" b="1" dirty="0"/>
          </a:p>
        </p:txBody>
      </p:sp>
      <p:sp>
        <p:nvSpPr>
          <p:cNvPr id="9" name="Rectangle 8"/>
          <p:cNvSpPr/>
          <p:nvPr/>
        </p:nvSpPr>
        <p:spPr>
          <a:xfrm>
            <a:off x="3511826" y="2955233"/>
            <a:ext cx="4631633" cy="1007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SI = (P*R*T)/100</a:t>
            </a:r>
            <a:endParaRPr lang="en-IN" b="1" dirty="0"/>
          </a:p>
        </p:txBody>
      </p:sp>
      <p:sp>
        <p:nvSpPr>
          <p:cNvPr id="10" name="Parallelogram 9"/>
          <p:cNvSpPr/>
          <p:nvPr/>
        </p:nvSpPr>
        <p:spPr>
          <a:xfrm>
            <a:off x="3428998" y="1689652"/>
            <a:ext cx="4797287" cy="861392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Taking values of P,R,T</a:t>
            </a:r>
            <a:endParaRPr lang="en-IN" b="1" dirty="0"/>
          </a:p>
        </p:txBody>
      </p:sp>
      <p:sp>
        <p:nvSpPr>
          <p:cNvPr id="11" name="Down Arrow 10"/>
          <p:cNvSpPr/>
          <p:nvPr/>
        </p:nvSpPr>
        <p:spPr>
          <a:xfrm>
            <a:off x="5756410" y="2551044"/>
            <a:ext cx="321368" cy="4041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Down Arrow 11"/>
          <p:cNvSpPr/>
          <p:nvPr/>
        </p:nvSpPr>
        <p:spPr>
          <a:xfrm>
            <a:off x="5756410" y="3962396"/>
            <a:ext cx="321368" cy="4704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615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Saif</dc:creator>
  <cp:lastModifiedBy>Saif</cp:lastModifiedBy>
  <cp:revision>2</cp:revision>
  <dcterms:created xsi:type="dcterms:W3CDTF">2025-10-03T11:17:39Z</dcterms:created>
  <dcterms:modified xsi:type="dcterms:W3CDTF">2025-10-03T11:24:46Z</dcterms:modified>
</cp:coreProperties>
</file>