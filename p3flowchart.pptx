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81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730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899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87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6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878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27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566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046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732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324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8789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976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247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020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133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09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1100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134677" y="291547"/>
            <a:ext cx="3564835" cy="887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spc="300" dirty="0" smtClean="0"/>
              <a:t>START</a:t>
            </a:r>
            <a:endParaRPr lang="en-IN" sz="2400" b="1" spc="300" dirty="0"/>
          </a:p>
        </p:txBody>
      </p:sp>
      <p:sp>
        <p:nvSpPr>
          <p:cNvPr id="5" name="Down Arrow 4"/>
          <p:cNvSpPr/>
          <p:nvPr/>
        </p:nvSpPr>
        <p:spPr>
          <a:xfrm>
            <a:off x="5756410" y="1179443"/>
            <a:ext cx="321368" cy="5300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4134677" y="5844207"/>
            <a:ext cx="3564835" cy="887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spc="300" dirty="0" smtClean="0"/>
              <a:t>STOP</a:t>
            </a:r>
            <a:endParaRPr lang="en-IN" sz="2400" b="1" spc="300" dirty="0"/>
          </a:p>
        </p:txBody>
      </p:sp>
      <p:sp>
        <p:nvSpPr>
          <p:cNvPr id="7" name="Down Arrow 6"/>
          <p:cNvSpPr/>
          <p:nvPr/>
        </p:nvSpPr>
        <p:spPr>
          <a:xfrm>
            <a:off x="5756410" y="5314121"/>
            <a:ext cx="321368" cy="5300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Parallelogram 7"/>
          <p:cNvSpPr/>
          <p:nvPr/>
        </p:nvSpPr>
        <p:spPr>
          <a:xfrm>
            <a:off x="3428997" y="4432854"/>
            <a:ext cx="4797287" cy="861392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Print a, b</a:t>
            </a:r>
            <a:endParaRPr lang="en-IN" b="1" dirty="0"/>
          </a:p>
        </p:txBody>
      </p:sp>
      <p:sp>
        <p:nvSpPr>
          <p:cNvPr id="9" name="Rectangle 8"/>
          <p:cNvSpPr/>
          <p:nvPr/>
        </p:nvSpPr>
        <p:spPr>
          <a:xfrm>
            <a:off x="4956311" y="2945295"/>
            <a:ext cx="1921565" cy="1007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  <a:r>
              <a:rPr lang="en-US" b="1" dirty="0" smtClean="0"/>
              <a:t> </a:t>
            </a:r>
            <a:r>
              <a:rPr lang="en-US" b="1" dirty="0" smtClean="0"/>
              <a:t>= a </a:t>
            </a:r>
            <a:r>
              <a:rPr lang="en-US" b="1" dirty="0" smtClean="0"/>
              <a:t>+ b</a:t>
            </a:r>
            <a:endParaRPr lang="en-US" b="1" dirty="0" smtClean="0"/>
          </a:p>
          <a:p>
            <a:pPr algn="ctr"/>
            <a:r>
              <a:rPr lang="en-US" b="1" dirty="0"/>
              <a:t>b</a:t>
            </a:r>
            <a:r>
              <a:rPr lang="en-US" b="1" dirty="0" smtClean="0"/>
              <a:t> </a:t>
            </a:r>
            <a:r>
              <a:rPr lang="en-US" b="1" dirty="0" smtClean="0"/>
              <a:t>= </a:t>
            </a:r>
            <a:r>
              <a:rPr lang="en-US" b="1" dirty="0" smtClean="0"/>
              <a:t>a - b</a:t>
            </a:r>
            <a:endParaRPr lang="en-US" b="1" dirty="0" smtClean="0"/>
          </a:p>
          <a:p>
            <a:pPr algn="ctr"/>
            <a:r>
              <a:rPr lang="en-US" b="1" dirty="0"/>
              <a:t>a</a:t>
            </a:r>
            <a:r>
              <a:rPr lang="en-US" b="1" dirty="0" smtClean="0"/>
              <a:t> </a:t>
            </a:r>
            <a:r>
              <a:rPr lang="en-US" b="1" dirty="0" smtClean="0"/>
              <a:t>= </a:t>
            </a:r>
            <a:r>
              <a:rPr lang="en-US" b="1" dirty="0" smtClean="0"/>
              <a:t>a – b </a:t>
            </a:r>
            <a:endParaRPr lang="en-IN" b="1" dirty="0"/>
          </a:p>
        </p:txBody>
      </p:sp>
      <p:sp>
        <p:nvSpPr>
          <p:cNvPr id="10" name="Parallelogram 9"/>
          <p:cNvSpPr/>
          <p:nvPr/>
        </p:nvSpPr>
        <p:spPr>
          <a:xfrm>
            <a:off x="3428998" y="1689652"/>
            <a:ext cx="4797287" cy="861392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Read a, b</a:t>
            </a:r>
            <a:endParaRPr lang="en-IN" b="1" dirty="0"/>
          </a:p>
        </p:txBody>
      </p:sp>
      <p:sp>
        <p:nvSpPr>
          <p:cNvPr id="11" name="Down Arrow 10"/>
          <p:cNvSpPr/>
          <p:nvPr/>
        </p:nvSpPr>
        <p:spPr>
          <a:xfrm>
            <a:off x="5756410" y="2551044"/>
            <a:ext cx="321368" cy="404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own Arrow 11"/>
          <p:cNvSpPr/>
          <p:nvPr/>
        </p:nvSpPr>
        <p:spPr>
          <a:xfrm>
            <a:off x="5756410" y="3962396"/>
            <a:ext cx="321368" cy="4704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371061" y="251790"/>
            <a:ext cx="2045808" cy="927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USING TWO VARIABLES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261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1303" y="291547"/>
            <a:ext cx="2045808" cy="927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USING THREE VARIABLES</a:t>
            </a:r>
            <a:endParaRPr lang="en-IN" dirty="0"/>
          </a:p>
        </p:txBody>
      </p:sp>
      <p:sp>
        <p:nvSpPr>
          <p:cNvPr id="3" name="Oval 2"/>
          <p:cNvSpPr/>
          <p:nvPr/>
        </p:nvSpPr>
        <p:spPr>
          <a:xfrm>
            <a:off x="4134677" y="291547"/>
            <a:ext cx="3564835" cy="887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spc="300" dirty="0" smtClean="0"/>
              <a:t>START</a:t>
            </a:r>
            <a:endParaRPr lang="en-IN" sz="2400" b="1" spc="300" dirty="0"/>
          </a:p>
        </p:txBody>
      </p:sp>
      <p:sp>
        <p:nvSpPr>
          <p:cNvPr id="4" name="Down Arrow 3"/>
          <p:cNvSpPr/>
          <p:nvPr/>
        </p:nvSpPr>
        <p:spPr>
          <a:xfrm>
            <a:off x="5756410" y="1179443"/>
            <a:ext cx="321368" cy="5300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4134677" y="5844207"/>
            <a:ext cx="3564835" cy="887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spc="300" dirty="0" smtClean="0"/>
              <a:t>STOP</a:t>
            </a:r>
            <a:endParaRPr lang="en-IN" sz="2400" b="1" spc="300" dirty="0"/>
          </a:p>
        </p:txBody>
      </p:sp>
      <p:sp>
        <p:nvSpPr>
          <p:cNvPr id="6" name="Down Arrow 5"/>
          <p:cNvSpPr/>
          <p:nvPr/>
        </p:nvSpPr>
        <p:spPr>
          <a:xfrm>
            <a:off x="5756410" y="5314121"/>
            <a:ext cx="321368" cy="5300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Parallelogram 6"/>
          <p:cNvSpPr/>
          <p:nvPr/>
        </p:nvSpPr>
        <p:spPr>
          <a:xfrm>
            <a:off x="3428997" y="4432854"/>
            <a:ext cx="4797287" cy="861392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Print a, b</a:t>
            </a:r>
            <a:endParaRPr lang="en-IN" b="1" dirty="0"/>
          </a:p>
        </p:txBody>
      </p:sp>
      <p:sp>
        <p:nvSpPr>
          <p:cNvPr id="8" name="Rectangle 7"/>
          <p:cNvSpPr/>
          <p:nvPr/>
        </p:nvSpPr>
        <p:spPr>
          <a:xfrm>
            <a:off x="4956311" y="2945295"/>
            <a:ext cx="1921565" cy="1007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temp </a:t>
            </a:r>
            <a:r>
              <a:rPr lang="en-US" b="1" dirty="0" smtClean="0"/>
              <a:t>= </a:t>
            </a:r>
            <a:r>
              <a:rPr lang="en-US" b="1" dirty="0" smtClean="0"/>
              <a:t>a</a:t>
            </a:r>
            <a:endParaRPr lang="en-US" b="1" dirty="0" smtClean="0"/>
          </a:p>
          <a:p>
            <a:pPr algn="ctr"/>
            <a:r>
              <a:rPr lang="en-US" b="1" dirty="0" smtClean="0"/>
              <a:t>a</a:t>
            </a:r>
            <a:r>
              <a:rPr lang="en-US" b="1" dirty="0" smtClean="0"/>
              <a:t> = b</a:t>
            </a:r>
            <a:endParaRPr lang="en-US" b="1" dirty="0" smtClean="0"/>
          </a:p>
          <a:p>
            <a:pPr algn="ctr"/>
            <a:r>
              <a:rPr lang="en-US" b="1" dirty="0"/>
              <a:t>b</a:t>
            </a:r>
            <a:r>
              <a:rPr lang="en-US" b="1" smtClean="0"/>
              <a:t> </a:t>
            </a:r>
            <a:r>
              <a:rPr lang="en-US" b="1" smtClean="0"/>
              <a:t>= </a:t>
            </a:r>
            <a:r>
              <a:rPr lang="en-US" b="1" smtClean="0"/>
              <a:t>temp</a:t>
            </a:r>
            <a:endParaRPr lang="en-IN" b="1" dirty="0"/>
          </a:p>
        </p:txBody>
      </p:sp>
      <p:sp>
        <p:nvSpPr>
          <p:cNvPr id="9" name="Parallelogram 8"/>
          <p:cNvSpPr/>
          <p:nvPr/>
        </p:nvSpPr>
        <p:spPr>
          <a:xfrm>
            <a:off x="3428998" y="1689652"/>
            <a:ext cx="4797287" cy="861392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Read a, b</a:t>
            </a:r>
            <a:endParaRPr lang="en-IN" b="1" dirty="0"/>
          </a:p>
        </p:txBody>
      </p:sp>
      <p:sp>
        <p:nvSpPr>
          <p:cNvPr id="10" name="Down Arrow 9"/>
          <p:cNvSpPr/>
          <p:nvPr/>
        </p:nvSpPr>
        <p:spPr>
          <a:xfrm>
            <a:off x="5756410" y="2551044"/>
            <a:ext cx="321368" cy="404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own Arrow 10"/>
          <p:cNvSpPr/>
          <p:nvPr/>
        </p:nvSpPr>
        <p:spPr>
          <a:xfrm>
            <a:off x="5756410" y="3962396"/>
            <a:ext cx="321368" cy="4704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6485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50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Saif</dc:creator>
  <cp:lastModifiedBy>Saif</cp:lastModifiedBy>
  <cp:revision>9</cp:revision>
  <dcterms:created xsi:type="dcterms:W3CDTF">2025-10-03T11:17:39Z</dcterms:created>
  <dcterms:modified xsi:type="dcterms:W3CDTF">2025-10-03T17:25:24Z</dcterms:modified>
</cp:coreProperties>
</file>